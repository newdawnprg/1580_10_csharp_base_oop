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79" r:id="rId7"/>
    <p:sldId id="280" r:id="rId8"/>
    <p:sldId id="281" r:id="rId9"/>
    <p:sldId id="282" r:id="rId10"/>
    <p:sldId id="283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6C748-A84E-489A-A62C-84C1207057F9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FF464-E2B7-49C8-85B1-3AA7B8B42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5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FC5C1-C2F3-2E1E-6008-0BD1302A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A450B0-6AE4-C4DC-4B94-9ED679EC7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ACCAF-DE5E-3260-BD13-5807BB90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0C75-5C85-48B2-9C5F-9E765DA8E32A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64DF9-BCD0-FDF9-2C6B-7E670080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AD5B76-5B20-4C60-A7D5-687BB303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87C95-9C5F-DCB8-D7E7-A770D5A4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51CA6A-FF11-3848-C77E-E3FF7423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632D6-ABF7-A5B8-2BA8-9AB51F55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8ED01-8C37-453F-9BF9-72385FDE2B82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76119-7A66-CA12-74D7-4790998C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D4D89-44CC-181D-791A-CB33A9F9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55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42A11-95FB-FFBF-050C-9C75F75F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C8A5A9-78CD-EA11-14B6-3B651B5D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C87803-83F3-E341-FB23-DFC5DCB1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4016-F2D2-4AD0-87E7-43168F74A3BC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C16B3C-CE22-E512-C0E5-F2CA0269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47DBE-D701-69F4-8057-E4DBDE28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37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A17D3-E58B-9768-526D-B87BFFA8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AD919-FEFB-D93D-1F53-64269E280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8A95E3-9446-FB40-38C1-E86E0A389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99BFDF-B91D-9B6D-7E6B-62BE67AD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49DE-8DB2-40E1-86AD-38CA0C22F08F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6D39BC-7DC1-8CB8-E696-F9FD5CBB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62FB2-C954-1123-EE00-765B9970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42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1706E-63A3-4F83-3623-3877B632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A49195-E379-73BD-621B-088632546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1A320B-EF1E-F1E1-3C2A-385AA501A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D45B08-B1E1-D098-7B51-0415CFAF9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AA6D63-D7F9-87F3-7556-6C33F785C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019B7F-20E8-452E-FBA5-2074C6F2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9CD5-3791-442E-8DBB-6494B5BA1F0F}" type="datetime1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A7CB13-D692-C6F5-5533-B4D07A9C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DAA57D-836E-9F69-7822-087448D1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4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E836F-2F91-A3BF-49D8-D0FB9603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8AD97E-4494-F07C-4B3C-B26BB98D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92EC-48ED-4444-8796-A4F7D0BD3014}" type="datetime1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D4AFE3-83DE-F536-38EE-C5D6723D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722C9-0D71-1C1C-4E45-2B8B2808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7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D881AF-5A44-A17D-F739-7F9E2426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8C09-64A3-4C9A-B355-8EB4A767B163}" type="datetime1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A9C63F-6B04-AE67-B35F-9C100606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A8EFF9-4D3D-1F07-3159-B7134CA0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91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F6D0F-F08C-3776-74FD-0D0B89C0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48A8E-4069-A628-7CAC-0DD3DA46E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53B199-AEA2-154E-4AE9-170627134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47DE64-2B35-3036-308E-4F47B653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3CB6-4531-457E-AB54-6542AD2A9F4C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3E059E-A084-B00C-B2FE-9CAE0870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3FE2F9-7E4F-08A8-8EC3-B8DA6991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91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EB764-5D7B-9BD1-EE48-6C997F35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54E49F-94DC-4D7A-6B42-6CB3D6688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16BDBD-8AB0-48B7-F6B2-C640C1C5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962771-4D9D-A7E3-3BE3-6A41A05B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E8BF-5737-412E-99A9-CECAA6DB5EFF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34D876-9675-E726-25C5-FAD76F47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433D70-A896-DCA2-259B-F5857DBC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75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C3DD9-1B85-A07A-AD38-61C53FEA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51CB67-3392-9AEF-799C-4C22C88E3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71685-4A35-B8A5-ADC1-9BE65E0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E09B-9F02-4767-9E6F-E687EC65F941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3053B-927D-0C25-2FE2-7B179012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23D319-3B14-749F-7332-3F85CD7E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65117A-424F-FB8C-DBD2-DB0C76926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AD3334-CA77-AD30-EDA8-264185B8A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84808C-C4EF-D583-1464-7A30B1B0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F072-A565-4AE0-B471-76FB12EEDDC8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43CAC0-9891-0F70-986A-9848E30F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EA2E4F-01FE-4760-F969-975B0862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05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8F1FA-5F71-C7E4-D2C5-E46828431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CE20B3-B8CA-CC62-A7D8-E8BF394A3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770A9-B756-4C1D-D561-182C8EA4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1FF9-D86E-455E-BAD2-DD824E525448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084FC-BF54-2E0D-9A48-1C7B9A65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A0F56-962D-3999-6067-33E60E10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60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F32BA-636D-23C2-18CF-C280928E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833DE-EEFA-A629-2397-87B709BE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26D78-C6C9-8F34-063A-D224131F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F54A-2D85-40CD-A328-0C0939F75339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235FA-AA40-5ECB-8AF9-8BD2B2A1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CB764-BA7A-176F-3001-742E1B69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801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88E24-0647-C667-9D23-664068D0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2FB787-3B18-E4E6-7385-3064D2636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48C2BF-508E-D159-EF39-CDBAFBE8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D7F1-771A-4A11-B9B4-FFA835DE5D89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CB9DD3-0B85-8D89-344D-78EBE3D5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18029-BA01-62F1-3813-CBE031E0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74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C524-40E9-C82D-D879-718FAC66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DFF97-8A9F-576F-C038-110564917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1F794-2E57-1552-132D-123EC902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D16760-D51F-8584-7699-ECA73A49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915B-4F6E-4E44-A454-E01932D34C73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0FE65C-1A34-717A-D5EC-CAED99F0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68721B-143D-DEF3-BF66-0F0B839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2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C6E85-BB65-C0D5-BF8C-8B7D7A7D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00291E-98C1-0840-1EFB-11917FB4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B4DBD3-617A-483D-62E4-1B928845C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26812B-D651-9E85-010D-6FC156A5D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F0C872-0FBF-1BDD-C86B-6A837B8A3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30C0D8-C3A7-D263-F325-B8471444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E277-B91F-4C64-A18F-AD7F8DA6CBCC}" type="datetime1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0B721D-C275-DA8B-72DC-6160F307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E278F9-FE06-51EE-DDC1-1B19D6E3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511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3FE66-2EFA-031C-B9E7-C71AB56C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76151C-A155-52D0-23A8-CD518A6D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05AA-F1EC-49BD-A4DC-C073FEEEF978}" type="datetime1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9907AD-ACC2-F2C1-DF4B-1EBA0518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E1FC23-E95D-67A5-0E24-A18F1916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63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793F9D-5308-E12A-1343-E8C9E58D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D501-E9BA-4D1D-9CB4-AE3AC4E4BA0C}" type="datetime1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364EB7-F980-143A-93A8-47ADF6F7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CFB16-0851-78BF-8892-C401FAED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4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B21F2-0A20-E889-AC4B-EB6A0279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E33EE-0EDB-7F3C-3870-2B97C1A2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6F0047-6CD7-926C-EE37-1FEA1BACD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5C20F7-68FB-FE6E-AE1F-F03E1847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1A34-198D-4FB1-85C4-C5475F9C19E7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0541DE-A225-01F7-4671-88CFFD2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61D251-2627-650C-7A40-736BC02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576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F6F9D-AF4E-28D4-3609-D390EED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374FD1-7DD5-A4BF-AAF0-59DF64DD6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83CF3B-AAEB-D3B0-A8F3-7CE32658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4B77B2-80BC-65D5-4F64-2D89C87F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B2C59-5075-4F1B-B005-93D832210A63}" type="datetime1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C0F3CE-6BF5-4DEB-4467-5E66FB94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AC570-2814-3EC1-7E34-81AB64AA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264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04FBD-E427-8211-2AD3-E52E1E6F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7AEA81-C33E-BCAF-5471-97D0645AF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0C69-E5E8-AFFC-1295-2F86CEF3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26BE-4D93-4526-BE27-1EA2CB4A6217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7EB66-0C74-EF20-F661-E1189AD9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AA986-9FDD-1DA8-35C7-24B598F8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546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5321FC-058E-5330-E908-7499D6289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814DDA-26F5-0598-8E12-6822E4C8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84EBED-6910-9014-C111-BA9BC2BA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BC69-0DAD-4E9D-BD96-47F8C772037A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7C751-62DB-0312-4608-31897D6A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81AA8-1976-1702-F3F4-8A15BFC6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50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13027-87A2-674B-DF64-0DEA1C0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CEE97A-13DE-5348-88D0-93CD779E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7B57F-2B6D-7D06-4E9F-ED04A3970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70BB9-4C47-4DF0-8990-A3EBACCB278C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360D6-DC2A-1139-B391-AC3D8CBDB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5E85-D21E-6E69-6891-2204ECDDD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2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0EF94-4069-F589-C61F-64916874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D4C82-8752-B185-6BEE-1C3573AE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61B311-FA68-8FDB-CBAC-508E3A4BA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285A6-062D-4BE9-ACE1-0DCAFD12EAF9}" type="datetime1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7C1DEB-2345-1FD7-1CE7-37F0BB918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CBF84-0A21-9ACE-9C6F-D5F670F03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wDawnPRG/1580_10_CSharp_BASE_OO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E1EDE8-F1A0-95AF-8036-85F76AEB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62391C-8AA6-D199-5718-301F682B6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96" y="1717565"/>
            <a:ext cx="3035420" cy="342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5EE51F-EE1C-F112-902B-90EA3F6A9C26}"/>
              </a:ext>
            </a:extLst>
          </p:cNvPr>
          <p:cNvSpPr txBox="1"/>
          <p:nvPr/>
        </p:nvSpPr>
        <p:spPr>
          <a:xfrm>
            <a:off x="5257800" y="131767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Управление ходом выполнения программы.</a:t>
            </a:r>
          </a:p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Ветвления.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59876-D20D-9163-62F5-DEF2838E4829}"/>
              </a:ext>
            </a:extLst>
          </p:cNvPr>
          <p:cNvSpPr txBox="1"/>
          <p:nvPr/>
        </p:nvSpPr>
        <p:spPr>
          <a:xfrm>
            <a:off x="5257800" y="364236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Основы Программирования на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C#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Калмыков Александр Юрьевич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  <a:hlinkClick r:id="rId3"/>
              </a:rPr>
              <a:t>GitHub</a:t>
            </a:r>
            <a:endParaRPr lang="ru-RU" sz="24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125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B009EB-C9C1-14CA-96FB-F60AE8CE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2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58E8E-A3F9-C124-A9C4-206515E683F0}"/>
              </a:ext>
            </a:extLst>
          </p:cNvPr>
          <p:cNvSpPr txBox="1"/>
          <p:nvPr/>
        </p:nvSpPr>
        <p:spPr>
          <a:xfrm>
            <a:off x="3048000" y="43375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43139-79D9-2A14-2C68-26E4BC21D7E3}"/>
              </a:ext>
            </a:extLst>
          </p:cNvPr>
          <p:cNvSpPr txBox="1"/>
          <p:nvPr/>
        </p:nvSpPr>
        <p:spPr>
          <a:xfrm>
            <a:off x="614420" y="1158084"/>
            <a:ext cx="10963159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1. Алгоритмическая основа: Принятие решений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2. Базовый строительный блок: Оператор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3. Расширяем выбор: Оператор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if-else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4. Множественный выбор: Конструкция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if-else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if-else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5. Продвинутые условия: Составные логические выражения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6. Особенности синтаксиса: Фигурные скобки {}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7. Оператор выбора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switch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8. Практикуемся: от простого к сложному  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9. Итог и выводы</a:t>
            </a: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r>
              <a:rPr lang="ru-RU" sz="1600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«Простота — великое достоинство, но требуется упорный труд для её достижения и</a:t>
            </a:r>
          </a:p>
          <a:p>
            <a:r>
              <a:rPr lang="ru-RU" sz="1600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образование для её осознания. Увы, сложность продаётся лучше.» — </a:t>
            </a:r>
            <a:r>
              <a:rPr lang="ru-RU" sz="1600" i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Эдсгер</a:t>
            </a:r>
            <a:r>
              <a:rPr lang="ru-RU" sz="1600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1600" i="1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Дейкстра</a:t>
            </a:r>
            <a:r>
              <a:rPr lang="ru-RU" sz="1600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16A44D-CBB4-3EAF-F107-B885334F8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73542"/>
            <a:ext cx="5746439" cy="186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4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41237A-7B59-6AFA-0526-97FDC8F9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3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BF5C0-C9BE-5F91-7A63-6AD4005B49CE}"/>
              </a:ext>
            </a:extLst>
          </p:cNvPr>
          <p:cNvSpPr txBox="1"/>
          <p:nvPr/>
        </p:nvSpPr>
        <p:spPr>
          <a:xfrm>
            <a:off x="2661920" y="433755"/>
            <a:ext cx="686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Алгоритмическая основа: Принятие решений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977E9-91C8-7046-B9DA-1235B06442FE}"/>
              </a:ext>
            </a:extLst>
          </p:cNvPr>
          <p:cNvSpPr txBox="1"/>
          <p:nvPr/>
        </p:nvSpPr>
        <p:spPr>
          <a:xfrm>
            <a:off x="5449077" y="1789261"/>
            <a:ext cx="62981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1. Проснуться.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2. Если на улице дождь, то взять зонт.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3. Иначе, если солнечно, надеть солнцезащитные очки.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4. Пойти в школу.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Ключевой момент здесь — проверка условия</a:t>
            </a:r>
          </a:p>
        </p:txBody>
      </p:sp>
      <p:pic>
        <p:nvPicPr>
          <p:cNvPr id="3" name="Рисунок 2" descr="Изображение выглядит как текст, ноутбук, компьютер, человек&#10;&#10;Автоматически созданное описание">
            <a:extLst>
              <a:ext uri="{FF2B5EF4-FFF2-40B4-BE49-F238E27FC236}">
                <a16:creationId xmlns:a16="http://schemas.microsoft.com/office/drawing/2014/main" id="{8E82E247-A46D-301C-81C6-B69DFBF5B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448" y="1789261"/>
            <a:ext cx="3529471" cy="432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6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4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Базовый строительный блок: Оператор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566AF-A9D8-9699-D94E-F715089DB0D3}"/>
              </a:ext>
            </a:extLst>
          </p:cNvPr>
          <p:cNvSpPr txBox="1"/>
          <p:nvPr/>
        </p:nvSpPr>
        <p:spPr>
          <a:xfrm>
            <a:off x="1241877" y="4022366"/>
            <a:ext cx="100770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				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Как это работает: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endParaRPr lang="ru-RU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1.	Программа доходит до ключевого слова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2.	Вычисляется логическое выражение в круглых скобках. Оно должно возвращать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true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или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false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3.	Если результат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true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, выполняется блок кода в фигурных скобках {}.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4.	Если результат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false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, блок кода пропускается, и программа выполняется дальше.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6C364C-C822-C047-FB78-737A953E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78" y="1338481"/>
            <a:ext cx="10180060" cy="238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8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5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Базовый строительный блок: Оператор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22C9E9-9996-6810-A868-D2C5FB16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2" y="2084705"/>
            <a:ext cx="10309596" cy="327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2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6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Расширяем выбор: Оператор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if-else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CE5CF0-DC2D-CFDC-4915-1BD5818E9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42" y="1659924"/>
            <a:ext cx="9410915" cy="40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4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7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924560" y="393115"/>
            <a:ext cx="10342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Расширяем выбор: Оператор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if-else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0C67B6-9AD2-02BF-0A80-A7DD94BFE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931" y="1408909"/>
            <a:ext cx="9452893" cy="48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1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8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712651" y="374454"/>
            <a:ext cx="10766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Множественный выбор: Конструкция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-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else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-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else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951A53-CB5C-BD23-A2D5-CF25A75F8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19" y="1159699"/>
            <a:ext cx="6156960" cy="499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6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60A6FA-F06B-9909-DB5E-33C998D5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9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8AF66-B6E3-7EC5-CDF3-C7531622C4C7}"/>
              </a:ext>
            </a:extLst>
          </p:cNvPr>
          <p:cNvSpPr txBox="1"/>
          <p:nvPr/>
        </p:nvSpPr>
        <p:spPr>
          <a:xfrm>
            <a:off x="712651" y="374454"/>
            <a:ext cx="10766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Множественный выбор: Конструкция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-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else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- </a:t>
            </a:r>
            <a:r>
              <a:rPr lang="ru-RU" sz="32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else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67B48C-F7A4-BF2E-04E1-69FE51BD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256" y="1063838"/>
            <a:ext cx="5201486" cy="49075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1B41AC-FF67-7050-25B7-0F579F743A0E}"/>
              </a:ext>
            </a:extLst>
          </p:cNvPr>
          <p:cNvSpPr txBox="1"/>
          <p:nvPr/>
        </p:nvSpPr>
        <p:spPr>
          <a:xfrm>
            <a:off x="3220615" y="6075955"/>
            <a:ext cx="5750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«Сложность — враг исполнения.» — Тони Роббинс. </a:t>
            </a:r>
          </a:p>
        </p:txBody>
      </p:sp>
    </p:spTree>
    <p:extLst>
      <p:ext uri="{BB962C8B-B14F-4D97-AF65-F5344CB8AC3E}">
        <p14:creationId xmlns:p14="http://schemas.microsoft.com/office/powerpoint/2010/main" val="38854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459AD-B501-8146-B6CD-37C591A7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10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95A93-1644-834D-A881-FCD59289D65A}"/>
              </a:ext>
            </a:extLst>
          </p:cNvPr>
          <p:cNvSpPr txBox="1"/>
          <p:nvPr/>
        </p:nvSpPr>
        <p:spPr>
          <a:xfrm>
            <a:off x="2661920" y="433755"/>
            <a:ext cx="686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Продвинутые условия: Составные логические выражения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C41B75-C67C-D2D0-092B-F61140F6F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817" y="1558253"/>
            <a:ext cx="7432366" cy="486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11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1973217" y="424522"/>
            <a:ext cx="82455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Особенности синтаксиса: Фигурные скобки {}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269459-736B-DA37-2498-BD87981F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7" y="2229331"/>
            <a:ext cx="8144657" cy="2783271"/>
          </a:xfrm>
          <a:prstGeom prst="rect">
            <a:avLst/>
          </a:prstGeom>
        </p:spPr>
      </p:pic>
      <p:pic>
        <p:nvPicPr>
          <p:cNvPr id="8197" name="Picture 5" descr="Full view">
            <a:extLst>
              <a:ext uri="{FF2B5EF4-FFF2-40B4-BE49-F238E27FC236}">
                <a16:creationId xmlns:a16="http://schemas.microsoft.com/office/drawing/2014/main" id="{1B19584A-63F2-4A60-6986-B91601AF2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43" y="2315372"/>
            <a:ext cx="3690725" cy="261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86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12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Оператор выбора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switch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1CEBF79-BB83-C9AD-CE33-6EFF2082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282" y="1310095"/>
            <a:ext cx="7423435" cy="495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13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Оператор выбора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switch</a:t>
            </a:r>
            <a:endParaRPr lang="ru-RU" sz="32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84CCE4-3618-8362-2D39-13940C77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63" y="1165710"/>
            <a:ext cx="4731073" cy="537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4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14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 так делать не надо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D91D86-4DF6-F322-05F8-C79950D11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6" y="1307503"/>
            <a:ext cx="7932902" cy="4048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763E3D-5671-4C39-1006-FEBDD6DD6885}"/>
              </a:ext>
            </a:extLst>
          </p:cNvPr>
          <p:cNvSpPr txBox="1"/>
          <p:nvPr/>
        </p:nvSpPr>
        <p:spPr>
          <a:xfrm>
            <a:off x="1174568" y="5826281"/>
            <a:ext cx="9842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«Искусство программирования — это искусство организации сложности.»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— </a:t>
            </a:r>
            <a:r>
              <a:rPr lang="ru-RU" sz="16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Эдсгер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</a:t>
            </a:r>
            <a:r>
              <a:rPr lang="ru-RU" sz="16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Дейкстра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</p:txBody>
      </p:sp>
      <p:pic>
        <p:nvPicPr>
          <p:cNvPr id="11267" name="Picture 3" descr="Full view">
            <a:extLst>
              <a:ext uri="{FF2B5EF4-FFF2-40B4-BE49-F238E27FC236}">
                <a16:creationId xmlns:a16="http://schemas.microsoft.com/office/drawing/2014/main" id="{39272C65-553D-0CEC-6A74-849B0D50F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210045"/>
            <a:ext cx="2406832" cy="427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231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15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Когда что используем?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ED7C87-C492-10A9-E1DA-9029DCB20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92" y="1690266"/>
            <a:ext cx="10083216" cy="416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22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16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Главные принципы хорошего кода с ветвлениями: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83E783-7BE0-06FE-9750-C15D17F2ADF2}"/>
              </a:ext>
            </a:extLst>
          </p:cNvPr>
          <p:cNvSpPr txBox="1"/>
          <p:nvPr/>
        </p:nvSpPr>
        <p:spPr>
          <a:xfrm>
            <a:off x="900135" y="1833465"/>
            <a:ext cx="455827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	Читаемость: Делайте отступы для блоков кода внутри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if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/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else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	Простота (KISS): Не создавайте слишком сложных вложенных условий. Если условие стало громоздким, вынесите его в отдельную логическую переменную с понятным именем.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  <a:ea typeface="Noto Serif JP Light" panose="02020200000000000000" pitchFamily="18" charset="-128"/>
            </a:endParaRP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	Использование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default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 в </a:t>
            </a:r>
            <a:r>
              <a:rPr lang="ru-RU" sz="2000" dirty="0" err="1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switch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: Всегда предусматривайте ветку по умолчанию для обработки неожиданных значений.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FC797D-D787-2906-F62D-06CC75F3C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460" y="1833465"/>
            <a:ext cx="6050280" cy="2346960"/>
          </a:xfrm>
          <a:prstGeom prst="rect">
            <a:avLst/>
          </a:prstGeom>
        </p:spPr>
      </p:pic>
      <p:pic>
        <p:nvPicPr>
          <p:cNvPr id="13317" name="Picture 5" descr="Full view">
            <a:extLst>
              <a:ext uri="{FF2B5EF4-FFF2-40B4-BE49-F238E27FC236}">
                <a16:creationId xmlns:a16="http://schemas.microsoft.com/office/drawing/2014/main" id="{107D71DB-ACAC-53F2-90EC-55AC3880D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474" y="4180425"/>
            <a:ext cx="2743200" cy="25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55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17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128520" y="474395"/>
            <a:ext cx="793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 что теперь?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5C24F-5F42-57D4-3121-709E8B018B85}"/>
              </a:ext>
            </a:extLst>
          </p:cNvPr>
          <p:cNvSpPr txBox="1"/>
          <p:nvPr/>
        </p:nvSpPr>
        <p:spPr>
          <a:xfrm>
            <a:off x="2710180" y="2963490"/>
            <a:ext cx="6771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А теперь займемся кодом. Много кода.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 </a:t>
            </a:r>
            <a:r>
              <a:rPr lang="ru-RU" sz="32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Снова.</a:t>
            </a:r>
          </a:p>
        </p:txBody>
      </p:sp>
    </p:spTree>
    <p:extLst>
      <p:ext uri="{BB962C8B-B14F-4D97-AF65-F5344CB8AC3E}">
        <p14:creationId xmlns:p14="http://schemas.microsoft.com/office/powerpoint/2010/main" val="41860537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410</Words>
  <Application>Microsoft Office PowerPoint</Application>
  <PresentationFormat>Широкоэкранный</PresentationFormat>
  <Paragraphs>82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Sitka Subheading Semibold</vt:lpstr>
      <vt:lpstr>Тема Office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Калмыков</dc:creator>
  <cp:lastModifiedBy>Александр Калмыков</cp:lastModifiedBy>
  <cp:revision>10</cp:revision>
  <dcterms:created xsi:type="dcterms:W3CDTF">2025-10-22T21:40:23Z</dcterms:created>
  <dcterms:modified xsi:type="dcterms:W3CDTF">2025-11-10T12:07:41Z</dcterms:modified>
</cp:coreProperties>
</file>